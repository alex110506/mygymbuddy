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0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bit.ly/2TtBDfr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yoMsr" TargetMode="External"/><Relationship Id="rId5" Type="http://schemas.openxmlformats.org/officeDocument/2006/relationships/hyperlink" Target="http://bit.ly/2Tynxth" TargetMode="Externa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18643" t="25412" r="23689" b="30818"/>
          <a:stretch/>
        </p:blipFill>
        <p:spPr>
          <a:xfrm>
            <a:off x="3443400" y="1"/>
            <a:ext cx="87486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r="6576" b="34193"/>
          <a:stretch/>
        </p:blipFill>
        <p:spPr>
          <a:xfrm>
            <a:off x="9572633" y="2344934"/>
            <a:ext cx="2587200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l="6690" t="4141"/>
          <a:stretch/>
        </p:blipFill>
        <p:spPr>
          <a:xfrm>
            <a:off x="1" y="-91666"/>
            <a:ext cx="2587199" cy="6573903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51100" y="719333"/>
            <a:ext cx="7665600" cy="26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51100" y="3328033"/>
            <a:ext cx="76656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024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484233" y="2008032"/>
            <a:ext cx="6756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9361833" y="885632"/>
            <a:ext cx="18792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484233" y="3073820"/>
            <a:ext cx="67568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l="11765" t="12421" r="7867" b="43808"/>
          <a:stretch/>
        </p:blipFill>
        <p:spPr>
          <a:xfrm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t="15279" b="12340"/>
          <a:stretch/>
        </p:blipFill>
        <p:spPr>
          <a:xfrm flipH="1">
            <a:off x="94226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4">
            <a:alphaModFix/>
          </a:blip>
          <a:srcRect l="5408" t="5481" r="24074" b="12213"/>
          <a:stretch/>
        </p:blipFill>
        <p:spPr>
          <a:xfrm flipH="1">
            <a:off x="-26650" y="1213400"/>
            <a:ext cx="1955233" cy="5644603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22" name="Google Shape;22;p3"/>
          <p:cNvSpPr txBox="1">
            <a:spLocks noGrp="1"/>
          </p:cNvSpPr>
          <p:nvPr>
            <p:ph type="subTitle" idx="3"/>
          </p:nvPr>
        </p:nvSpPr>
        <p:spPr>
          <a:xfrm>
            <a:off x="8386233" y="5618277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982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l="5762" t="12421" r="13871" b="43808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0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26" name="Google Shape;26;p4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296800" cy="20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960000" y="3259552"/>
            <a:ext cx="4708800" cy="24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●"/>
              <a:defRPr sz="1600"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●"/>
              <a:defRPr sz="1600"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Font typeface="Nunito Light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6280633" y="1412497"/>
            <a:ext cx="4960400" cy="4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●"/>
              <a:defRPr sz="1600"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●"/>
              <a:defRPr sz="1600"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Font typeface="Nunito Light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179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l="924" t="14443" r="18709" b="41786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0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33" name="Google Shape;33;p5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4784648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5281600" cy="10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8171200" y="1290732"/>
            <a:ext cx="29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8171200" y="3139333"/>
            <a:ext cx="29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8171200" y="744033"/>
            <a:ext cx="2977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8171200" y="2592612"/>
            <a:ext cx="2977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5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65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 rotWithShape="1">
          <a:blip r:embed="rId2">
            <a:alphaModFix/>
          </a:blip>
          <a:srcRect l="-18669" t="9616" r="38302" b="46614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7275167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43" name="Google Shape;43;p6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927600" cy="19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520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950967" y="1383000"/>
            <a:ext cx="5191600" cy="1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954865" y="2410600"/>
            <a:ext cx="51916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8" name="Google Shape;48;p7"/>
          <p:cNvPicPr preferRelativeResize="0"/>
          <p:nvPr/>
        </p:nvPicPr>
        <p:blipFill rotWithShape="1">
          <a:blip r:embed="rId2">
            <a:alphaModFix/>
          </a:blip>
          <a:srcRect l="7160" t="32446" r="12472" b="23784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/>
          <p:cNvPicPr preferRelativeResize="0"/>
          <p:nvPr/>
        </p:nvPicPr>
        <p:blipFill rotWithShape="1">
          <a:blip r:embed="rId3">
            <a:alphaModFix/>
          </a:blip>
          <a:srcRect t="15279" b="12340"/>
          <a:stretch/>
        </p:blipFill>
        <p:spPr>
          <a:xfrm flipH="1">
            <a:off x="94226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50" name="Google Shape;50;p7"/>
          <p:cNvPicPr preferRelativeResize="0"/>
          <p:nvPr/>
        </p:nvPicPr>
        <p:blipFill rotWithShape="1">
          <a:blip r:embed="rId4">
            <a:alphaModFix/>
          </a:blip>
          <a:srcRect l="5406" t="5483" r="52807" b="18361"/>
          <a:stretch/>
        </p:blipFill>
        <p:spPr>
          <a:xfrm flipH="1">
            <a:off x="-1" y="1635100"/>
            <a:ext cx="1158568" cy="5222899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51" name="Google Shape;51;p7"/>
          <p:cNvPicPr preferRelativeResize="0"/>
          <p:nvPr/>
        </p:nvPicPr>
        <p:blipFill rotWithShape="1">
          <a:blip r:embed="rId3">
            <a:alphaModFix/>
          </a:blip>
          <a:srcRect t="15279" b="49325"/>
          <a:stretch/>
        </p:blipFill>
        <p:spPr>
          <a:xfrm flipH="1">
            <a:off x="645234" y="5577168"/>
            <a:ext cx="1461333" cy="1280833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52" name="Google Shape;52;p7"/>
          <p:cNvSpPr txBox="1">
            <a:spLocks noGrp="1"/>
          </p:cNvSpPr>
          <p:nvPr>
            <p:ph type="subTitle" idx="2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70821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/>
          <p:cNvPicPr preferRelativeResize="0"/>
          <p:nvPr/>
        </p:nvPicPr>
        <p:blipFill rotWithShape="1">
          <a:blip r:embed="rId2">
            <a:alphaModFix/>
          </a:blip>
          <a:srcRect t="15279" b="12340"/>
          <a:stretch/>
        </p:blipFill>
        <p:spPr>
          <a:xfrm flipH="1">
            <a:off x="94226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 l="5406" t="5483" r="52807" b="18361"/>
          <a:stretch/>
        </p:blipFill>
        <p:spPr>
          <a:xfrm flipH="1">
            <a:off x="-1" y="1635100"/>
            <a:ext cx="1158568" cy="5222899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951000" y="719333"/>
            <a:ext cx="6407200" cy="41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3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4">
            <a:alphaModFix/>
          </a:blip>
          <a:srcRect l="15141" t="29736" r="4492" b="26493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subTitle" idx="1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445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950967" y="1875800"/>
            <a:ext cx="6473200" cy="1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ubTitle" idx="1"/>
          </p:nvPr>
        </p:nvSpPr>
        <p:spPr>
          <a:xfrm>
            <a:off x="999491" y="3485400"/>
            <a:ext cx="6424800" cy="1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2" name="Google Shape;62;p9"/>
          <p:cNvPicPr preferRelativeResize="0"/>
          <p:nvPr/>
        </p:nvPicPr>
        <p:blipFill rotWithShape="1">
          <a:blip r:embed="rId2">
            <a:alphaModFix/>
          </a:blip>
          <a:srcRect l="11765" t="12421" r="7867" b="43808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 rotWithShape="1">
          <a:blip r:embed="rId3">
            <a:alphaModFix/>
          </a:blip>
          <a:srcRect t="15279" b="12340"/>
          <a:stretch/>
        </p:blipFill>
        <p:spPr>
          <a:xfrm flipH="1">
            <a:off x="94226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64" name="Google Shape;64;p9"/>
          <p:cNvPicPr preferRelativeResize="0"/>
          <p:nvPr/>
        </p:nvPicPr>
        <p:blipFill rotWithShape="1">
          <a:blip r:embed="rId4">
            <a:alphaModFix/>
          </a:blip>
          <a:srcRect l="5408" t="5481" r="24074" b="12213"/>
          <a:stretch/>
        </p:blipFill>
        <p:spPr>
          <a:xfrm flipH="1">
            <a:off x="-26650" y="1213400"/>
            <a:ext cx="1955233" cy="5644603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>
            <a:alphaModFix/>
          </a:blip>
          <a:srcRect t="15279" b="12340"/>
          <a:stretch/>
        </p:blipFill>
        <p:spPr>
          <a:xfrm flipH="1">
            <a:off x="1792471" y="4238801"/>
            <a:ext cx="1461325" cy="26192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66" name="Google Shape;66;p9"/>
          <p:cNvSpPr txBox="1">
            <a:spLocks noGrp="1"/>
          </p:cNvSpPr>
          <p:nvPr>
            <p:ph type="subTitle" idx="2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43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6398400" cy="207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1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802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l="6533" t="13914" r="13099" b="42316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1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6557667" y="1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73" name="Google Shape;73;p11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950967" y="719333"/>
            <a:ext cx="6407600" cy="19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950967" y="2598100"/>
            <a:ext cx="64076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2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237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68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"/>
          <p:cNvPicPr preferRelativeResize="0"/>
          <p:nvPr/>
        </p:nvPicPr>
        <p:blipFill rotWithShape="1">
          <a:blip r:embed="rId2">
            <a:alphaModFix/>
          </a:blip>
          <a:srcRect l="41557" t="40434" r="-21923" b="15796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0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81" name="Google Shape;81;p13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927600" cy="10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806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4"/>
          <p:cNvPicPr preferRelativeResize="0"/>
          <p:nvPr/>
        </p:nvPicPr>
        <p:blipFill rotWithShape="1">
          <a:blip r:embed="rId2">
            <a:alphaModFix/>
          </a:blip>
          <a:srcRect l="43735" t="15227" r="-24101" b="41003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 l="-23874" t="5482" r="29284"/>
          <a:stretch/>
        </p:blipFill>
        <p:spPr>
          <a:xfrm flipH="1">
            <a:off x="-1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86" name="Google Shape;86;p14"/>
          <p:cNvPicPr preferRelativeResize="0"/>
          <p:nvPr/>
        </p:nvPicPr>
        <p:blipFill rotWithShape="1">
          <a:blip r:embed="rId4">
            <a:alphaModFix/>
          </a:blip>
          <a:srcRect b="34193"/>
          <a:stretch/>
        </p:blipFill>
        <p:spPr>
          <a:xfrm flipH="1">
            <a:off x="9422667" y="1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927600" cy="19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7399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5"/>
          <p:cNvPicPr preferRelativeResize="0"/>
          <p:nvPr/>
        </p:nvPicPr>
        <p:blipFill rotWithShape="1">
          <a:blip r:embed="rId2">
            <a:alphaModFix/>
          </a:blip>
          <a:srcRect l="5762" t="12421" r="13871" b="43808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0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3059200" cy="19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7557069" y="1304588"/>
            <a:ext cx="367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2"/>
          </p:nvPr>
        </p:nvSpPr>
        <p:spPr>
          <a:xfrm>
            <a:off x="7557069" y="2644796"/>
            <a:ext cx="367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3"/>
          </p:nvPr>
        </p:nvSpPr>
        <p:spPr>
          <a:xfrm>
            <a:off x="7557069" y="3985004"/>
            <a:ext cx="367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4"/>
          </p:nvPr>
        </p:nvSpPr>
        <p:spPr>
          <a:xfrm>
            <a:off x="7557069" y="5325212"/>
            <a:ext cx="3677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 idx="5" hasCustomPrompt="1"/>
          </p:nvPr>
        </p:nvSpPr>
        <p:spPr>
          <a:xfrm>
            <a:off x="6586269" y="861369"/>
            <a:ext cx="970800" cy="64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0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 idx="6" hasCustomPrompt="1"/>
          </p:nvPr>
        </p:nvSpPr>
        <p:spPr>
          <a:xfrm>
            <a:off x="6586269" y="3537717"/>
            <a:ext cx="970800" cy="64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0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title" idx="7" hasCustomPrompt="1"/>
          </p:nvPr>
        </p:nvSpPr>
        <p:spPr>
          <a:xfrm>
            <a:off x="6586269" y="2199544"/>
            <a:ext cx="970800" cy="64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0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0" name="Google Shape;100;p15"/>
          <p:cNvSpPr txBox="1">
            <a:spLocks noGrp="1"/>
          </p:cNvSpPr>
          <p:nvPr>
            <p:ph type="title" idx="8" hasCustomPrompt="1"/>
          </p:nvPr>
        </p:nvSpPr>
        <p:spPr>
          <a:xfrm>
            <a:off x="6586269" y="4875891"/>
            <a:ext cx="970800" cy="64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0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9"/>
          </p:nvPr>
        </p:nvSpPr>
        <p:spPr>
          <a:xfrm>
            <a:off x="7557069" y="861367"/>
            <a:ext cx="3677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13"/>
          </p:nvPr>
        </p:nvSpPr>
        <p:spPr>
          <a:xfrm>
            <a:off x="7557069" y="2199541"/>
            <a:ext cx="3677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14"/>
          </p:nvPr>
        </p:nvSpPr>
        <p:spPr>
          <a:xfrm>
            <a:off x="7557069" y="3537716"/>
            <a:ext cx="3677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15"/>
          </p:nvPr>
        </p:nvSpPr>
        <p:spPr>
          <a:xfrm>
            <a:off x="7557069" y="4875889"/>
            <a:ext cx="3677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16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0834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951100" y="2888567"/>
            <a:ext cx="10289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1"/>
          </p:nvPr>
        </p:nvSpPr>
        <p:spPr>
          <a:xfrm>
            <a:off x="951267" y="719333"/>
            <a:ext cx="10289600" cy="223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2">
            <a:alphaModFix/>
          </a:blip>
          <a:srcRect l="9169" t="19451" r="10463" b="36779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0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11" name="Google Shape;111;p16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12" name="Google Shape;112;p16"/>
          <p:cNvSpPr txBox="1">
            <a:spLocks noGrp="1"/>
          </p:cNvSpPr>
          <p:nvPr>
            <p:ph type="subTitle" idx="2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5958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7"/>
          <p:cNvPicPr preferRelativeResize="0"/>
          <p:nvPr/>
        </p:nvPicPr>
        <p:blipFill rotWithShape="1">
          <a:blip r:embed="rId2">
            <a:alphaModFix/>
          </a:blip>
          <a:srcRect l="5762" t="12421" r="13871" b="43808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0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951100" y="2309167"/>
            <a:ext cx="6068800" cy="12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ubTitle" idx="1"/>
          </p:nvPr>
        </p:nvSpPr>
        <p:spPr>
          <a:xfrm>
            <a:off x="951100" y="3492033"/>
            <a:ext cx="6068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2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2531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/>
          <p:cNvPicPr preferRelativeResize="0"/>
          <p:nvPr/>
        </p:nvPicPr>
        <p:blipFill rotWithShape="1">
          <a:blip r:embed="rId2">
            <a:alphaModFix/>
          </a:blip>
          <a:srcRect l="5762" t="12421" r="13871" b="43808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0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23" name="Google Shape;123;p18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5122400" cy="19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ubTitle" idx="1"/>
          </p:nvPr>
        </p:nvSpPr>
        <p:spPr>
          <a:xfrm>
            <a:off x="950967" y="2684933"/>
            <a:ext cx="5122400" cy="12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2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5161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 rotWithShape="1">
          <a:blip r:embed="rId2">
            <a:alphaModFix/>
          </a:blip>
          <a:srcRect l="5762" t="12421" r="13871" b="43808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 b="34193"/>
          <a:stretch/>
        </p:blipFill>
        <p:spPr>
          <a:xfrm flipH="1">
            <a:off x="0" y="2344934"/>
            <a:ext cx="2769333" cy="4513068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30" name="Google Shape;130;p19"/>
          <p:cNvPicPr preferRelativeResize="0"/>
          <p:nvPr/>
        </p:nvPicPr>
        <p:blipFill rotWithShape="1">
          <a:blip r:embed="rId4">
            <a:alphaModFix/>
          </a:blip>
          <a:srcRect l="5410" t="5482"/>
          <a:stretch/>
        </p:blipFill>
        <p:spPr>
          <a:xfrm flipH="1">
            <a:off x="9569299" y="0"/>
            <a:ext cx="2622701" cy="648223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296800" cy="20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6280633" y="754067"/>
            <a:ext cx="4960400" cy="53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Font typeface="Nunito Light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162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0"/>
          <p:cNvPicPr preferRelativeResize="0"/>
          <p:nvPr/>
        </p:nvPicPr>
        <p:blipFill rotWithShape="1">
          <a:blip r:embed="rId2">
            <a:alphaModFix/>
          </a:blip>
          <a:srcRect l="-10222" t="20470" r="29856" b="35759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t="15279" b="12340"/>
          <a:stretch/>
        </p:blipFill>
        <p:spPr>
          <a:xfrm flipH="1">
            <a:off x="45232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36" name="Google Shape;136;p20"/>
          <p:cNvPicPr preferRelativeResize="0"/>
          <p:nvPr/>
        </p:nvPicPr>
        <p:blipFill rotWithShape="1">
          <a:blip r:embed="rId4">
            <a:alphaModFix/>
          </a:blip>
          <a:srcRect l="5409" t="5484" r="29726" b="28351"/>
          <a:stretch/>
        </p:blipFill>
        <p:spPr>
          <a:xfrm flipH="1">
            <a:off x="1908602" y="2320332"/>
            <a:ext cx="1798465" cy="453766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830400" cy="20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subTitle" idx="1"/>
          </p:nvPr>
        </p:nvSpPr>
        <p:spPr>
          <a:xfrm>
            <a:off x="7364800" y="3435567"/>
            <a:ext cx="3703600" cy="13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ubTitle" idx="2"/>
          </p:nvPr>
        </p:nvSpPr>
        <p:spPr>
          <a:xfrm>
            <a:off x="7364800" y="1288932"/>
            <a:ext cx="3703600" cy="13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subTitle" idx="3"/>
          </p:nvPr>
        </p:nvSpPr>
        <p:spPr>
          <a:xfrm>
            <a:off x="7364800" y="2899429"/>
            <a:ext cx="3703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subTitle" idx="4"/>
          </p:nvPr>
        </p:nvSpPr>
        <p:spPr>
          <a:xfrm>
            <a:off x="7364800" y="752800"/>
            <a:ext cx="3703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subTitle" idx="5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4711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1"/>
          <p:cNvPicPr preferRelativeResize="0"/>
          <p:nvPr/>
        </p:nvPicPr>
        <p:blipFill rotWithShape="1">
          <a:blip r:embed="rId2">
            <a:alphaModFix/>
          </a:blip>
          <a:srcRect l="-10222" t="20470" r="29856" b="35759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 t="15279" b="12340"/>
          <a:stretch/>
        </p:blipFill>
        <p:spPr>
          <a:xfrm flipH="1">
            <a:off x="45232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46" name="Google Shape;146;p21"/>
          <p:cNvPicPr preferRelativeResize="0"/>
          <p:nvPr/>
        </p:nvPicPr>
        <p:blipFill rotWithShape="1">
          <a:blip r:embed="rId4">
            <a:alphaModFix/>
          </a:blip>
          <a:srcRect l="5409" t="5484" r="29726" b="28351"/>
          <a:stretch/>
        </p:blipFill>
        <p:spPr>
          <a:xfrm flipH="1">
            <a:off x="1908602" y="2320332"/>
            <a:ext cx="1798465" cy="4537665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992400" cy="11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7364800" y="3333967"/>
            <a:ext cx="3720800" cy="13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2"/>
          </p:nvPr>
        </p:nvSpPr>
        <p:spPr>
          <a:xfrm>
            <a:off x="7364800" y="1288932"/>
            <a:ext cx="3720800" cy="13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3"/>
          </p:nvPr>
        </p:nvSpPr>
        <p:spPr>
          <a:xfrm>
            <a:off x="7364800" y="2797829"/>
            <a:ext cx="372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4"/>
          </p:nvPr>
        </p:nvSpPr>
        <p:spPr>
          <a:xfrm>
            <a:off x="7364800" y="752800"/>
            <a:ext cx="372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5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123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t="15279" b="12340"/>
          <a:stretch/>
        </p:blipFill>
        <p:spPr>
          <a:xfrm flipH="1">
            <a:off x="-5822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l="-22703" t="17170" r="42337" b="39059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 rotWithShape="1">
          <a:blip r:embed="rId4">
            <a:alphaModFix/>
          </a:blip>
          <a:srcRect l="32483" t="5487" r="29728" b="35186"/>
          <a:stretch/>
        </p:blipFill>
        <p:spPr>
          <a:xfrm flipH="1">
            <a:off x="11144233" y="2789400"/>
            <a:ext cx="1047768" cy="4068597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5065200" cy="19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1"/>
          </p:nvPr>
        </p:nvSpPr>
        <p:spPr>
          <a:xfrm>
            <a:off x="7358396" y="1288799"/>
            <a:ext cx="35340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2"/>
          </p:nvPr>
        </p:nvSpPr>
        <p:spPr>
          <a:xfrm>
            <a:off x="7358396" y="4972001"/>
            <a:ext cx="35340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3"/>
          </p:nvPr>
        </p:nvSpPr>
        <p:spPr>
          <a:xfrm>
            <a:off x="7358396" y="3130400"/>
            <a:ext cx="35340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4"/>
          </p:nvPr>
        </p:nvSpPr>
        <p:spPr>
          <a:xfrm>
            <a:off x="7358396" y="756539"/>
            <a:ext cx="353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5"/>
          </p:nvPr>
        </p:nvSpPr>
        <p:spPr>
          <a:xfrm>
            <a:off x="7358396" y="4439741"/>
            <a:ext cx="353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6"/>
          </p:nvPr>
        </p:nvSpPr>
        <p:spPr>
          <a:xfrm>
            <a:off x="7358396" y="2598140"/>
            <a:ext cx="353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7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272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3"/>
          <p:cNvPicPr preferRelativeResize="0"/>
          <p:nvPr/>
        </p:nvPicPr>
        <p:blipFill rotWithShape="1">
          <a:blip r:embed="rId2">
            <a:alphaModFix/>
          </a:blip>
          <a:srcRect t="15279" b="12340"/>
          <a:stretch/>
        </p:blipFill>
        <p:spPr>
          <a:xfrm flipH="1">
            <a:off x="-5822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 l="-22703" t="17170" r="42337" b="39059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/>
          <p:cNvPicPr preferRelativeResize="0"/>
          <p:nvPr/>
        </p:nvPicPr>
        <p:blipFill rotWithShape="1">
          <a:blip r:embed="rId4">
            <a:alphaModFix/>
          </a:blip>
          <a:srcRect l="32483" t="5487" r="29728" b="35186"/>
          <a:stretch/>
        </p:blipFill>
        <p:spPr>
          <a:xfrm flipH="1">
            <a:off x="11144233" y="2789400"/>
            <a:ext cx="1047768" cy="4068597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636400" cy="1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1"/>
          </p:nvPr>
        </p:nvSpPr>
        <p:spPr>
          <a:xfrm>
            <a:off x="7358405" y="1275849"/>
            <a:ext cx="3219600" cy="9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2"/>
          </p:nvPr>
        </p:nvSpPr>
        <p:spPr>
          <a:xfrm>
            <a:off x="7358405" y="4971381"/>
            <a:ext cx="3219600" cy="9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3"/>
          </p:nvPr>
        </p:nvSpPr>
        <p:spPr>
          <a:xfrm>
            <a:off x="7358405" y="3123615"/>
            <a:ext cx="3219600" cy="9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4"/>
          </p:nvPr>
        </p:nvSpPr>
        <p:spPr>
          <a:xfrm>
            <a:off x="7358405" y="751683"/>
            <a:ext cx="321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5"/>
          </p:nvPr>
        </p:nvSpPr>
        <p:spPr>
          <a:xfrm>
            <a:off x="7358400" y="4447207"/>
            <a:ext cx="321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6"/>
          </p:nvPr>
        </p:nvSpPr>
        <p:spPr>
          <a:xfrm>
            <a:off x="7358405" y="2599444"/>
            <a:ext cx="321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7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3423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4"/>
          <p:cNvPicPr preferRelativeResize="0"/>
          <p:nvPr/>
        </p:nvPicPr>
        <p:blipFill rotWithShape="1">
          <a:blip r:embed="rId2">
            <a:alphaModFix/>
          </a:blip>
          <a:srcRect l="4371" t="19954" r="15261" b="36276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 t="15278" b="13329"/>
          <a:stretch/>
        </p:blipFill>
        <p:spPr>
          <a:xfrm flipH="1">
            <a:off x="950967" y="1962001"/>
            <a:ext cx="2769333" cy="4895996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80" name="Google Shape;180;p24"/>
          <p:cNvPicPr preferRelativeResize="0"/>
          <p:nvPr/>
        </p:nvPicPr>
        <p:blipFill rotWithShape="1">
          <a:blip r:embed="rId4">
            <a:alphaModFix/>
          </a:blip>
          <a:srcRect l="10184" t="5485" r="29730" b="61329"/>
          <a:stretch/>
        </p:blipFill>
        <p:spPr>
          <a:xfrm flipH="1">
            <a:off x="5692400" y="4582100"/>
            <a:ext cx="1666000" cy="22759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4240000" cy="19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1"/>
          </p:nvPr>
        </p:nvSpPr>
        <p:spPr>
          <a:xfrm>
            <a:off x="7358400" y="1290521"/>
            <a:ext cx="2637600" cy="7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ubTitle" idx="2"/>
          </p:nvPr>
        </p:nvSpPr>
        <p:spPr>
          <a:xfrm>
            <a:off x="7358400" y="2683957"/>
            <a:ext cx="2637600" cy="7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subTitle" idx="3"/>
          </p:nvPr>
        </p:nvSpPr>
        <p:spPr>
          <a:xfrm>
            <a:off x="7358400" y="4077392"/>
            <a:ext cx="2637600" cy="7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subTitle" idx="4"/>
          </p:nvPr>
        </p:nvSpPr>
        <p:spPr>
          <a:xfrm>
            <a:off x="7358400" y="5470828"/>
            <a:ext cx="2637600" cy="7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subTitle" idx="5"/>
          </p:nvPr>
        </p:nvSpPr>
        <p:spPr>
          <a:xfrm>
            <a:off x="7358400" y="924555"/>
            <a:ext cx="26376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subTitle" idx="6"/>
          </p:nvPr>
        </p:nvSpPr>
        <p:spPr>
          <a:xfrm>
            <a:off x="7358403" y="2317991"/>
            <a:ext cx="26376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7"/>
          </p:nvPr>
        </p:nvSpPr>
        <p:spPr>
          <a:xfrm>
            <a:off x="7358400" y="3711427"/>
            <a:ext cx="26376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subTitle" idx="8"/>
          </p:nvPr>
        </p:nvSpPr>
        <p:spPr>
          <a:xfrm>
            <a:off x="7358403" y="5104861"/>
            <a:ext cx="26376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ubTitle" idx="9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08711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5"/>
          <p:cNvPicPr preferRelativeResize="0"/>
          <p:nvPr/>
        </p:nvPicPr>
        <p:blipFill rotWithShape="1">
          <a:blip r:embed="rId2">
            <a:alphaModFix/>
          </a:blip>
          <a:srcRect l="-10552" t="13139" r="30185" b="43090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t="15277" b="38043"/>
          <a:stretch/>
        </p:blipFill>
        <p:spPr>
          <a:xfrm flipH="1">
            <a:off x="3037467" y="3656867"/>
            <a:ext cx="2769333" cy="3201133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4">
            <a:alphaModFix/>
          </a:blip>
          <a:srcRect l="10184" t="5485" r="29730" b="25333"/>
          <a:stretch/>
        </p:blipFill>
        <p:spPr>
          <a:xfrm flipH="1">
            <a:off x="0" y="2113400"/>
            <a:ext cx="1666000" cy="4744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195" name="Google Shape;195;p25"/>
          <p:cNvSpPr txBox="1">
            <a:spLocks noGrp="1"/>
          </p:cNvSpPr>
          <p:nvPr>
            <p:ph type="title"/>
          </p:nvPr>
        </p:nvSpPr>
        <p:spPr>
          <a:xfrm>
            <a:off x="959933" y="719333"/>
            <a:ext cx="3658000" cy="10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1"/>
          </p:nvPr>
        </p:nvSpPr>
        <p:spPr>
          <a:xfrm>
            <a:off x="5724707" y="1275844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subTitle" idx="2"/>
          </p:nvPr>
        </p:nvSpPr>
        <p:spPr>
          <a:xfrm>
            <a:off x="5724707" y="4963300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3"/>
          </p:nvPr>
        </p:nvSpPr>
        <p:spPr>
          <a:xfrm>
            <a:off x="5724707" y="3119572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ubTitle" idx="4"/>
          </p:nvPr>
        </p:nvSpPr>
        <p:spPr>
          <a:xfrm>
            <a:off x="8793897" y="4963300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ubTitle" idx="5"/>
          </p:nvPr>
        </p:nvSpPr>
        <p:spPr>
          <a:xfrm>
            <a:off x="8793897" y="1275844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6"/>
          </p:nvPr>
        </p:nvSpPr>
        <p:spPr>
          <a:xfrm>
            <a:off x="8793897" y="3119572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subTitle" idx="7"/>
          </p:nvPr>
        </p:nvSpPr>
        <p:spPr>
          <a:xfrm>
            <a:off x="5724707" y="751667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subTitle" idx="8"/>
          </p:nvPr>
        </p:nvSpPr>
        <p:spPr>
          <a:xfrm>
            <a:off x="5724707" y="4447209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subTitle" idx="9"/>
          </p:nvPr>
        </p:nvSpPr>
        <p:spPr>
          <a:xfrm>
            <a:off x="5724707" y="2599439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ubTitle" idx="13"/>
          </p:nvPr>
        </p:nvSpPr>
        <p:spPr>
          <a:xfrm>
            <a:off x="8793897" y="4431509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subTitle" idx="14"/>
          </p:nvPr>
        </p:nvSpPr>
        <p:spPr>
          <a:xfrm>
            <a:off x="8793897" y="751667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subTitle" idx="15"/>
          </p:nvPr>
        </p:nvSpPr>
        <p:spPr>
          <a:xfrm>
            <a:off x="8793897" y="2591588"/>
            <a:ext cx="245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subTitle" idx="16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36647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6"/>
          <p:cNvPicPr preferRelativeResize="0"/>
          <p:nvPr/>
        </p:nvPicPr>
        <p:blipFill rotWithShape="1">
          <a:blip r:embed="rId2">
            <a:alphaModFix/>
          </a:blip>
          <a:srcRect t="15279" b="12340"/>
          <a:stretch/>
        </p:blipFill>
        <p:spPr>
          <a:xfrm flipH="1">
            <a:off x="-5822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211" name="Google Shape;211;p26"/>
          <p:cNvPicPr preferRelativeResize="0"/>
          <p:nvPr/>
        </p:nvPicPr>
        <p:blipFill rotWithShape="1">
          <a:blip r:embed="rId3">
            <a:alphaModFix/>
          </a:blip>
          <a:srcRect l="-2571" t="37405" r="22205" b="18825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/>
          <p:cNvPicPr preferRelativeResize="0"/>
          <p:nvPr/>
        </p:nvPicPr>
        <p:blipFill rotWithShape="1">
          <a:blip r:embed="rId4">
            <a:alphaModFix/>
          </a:blip>
          <a:srcRect l="11220" t="2719" r="29727" b="35183"/>
          <a:stretch/>
        </p:blipFill>
        <p:spPr>
          <a:xfrm flipH="1">
            <a:off x="4069333" y="2599434"/>
            <a:ext cx="1637335" cy="4258564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213" name="Google Shape;213;p26"/>
          <p:cNvSpPr txBox="1">
            <a:spLocks noGrp="1"/>
          </p:cNvSpPr>
          <p:nvPr>
            <p:ph type="title" hasCustomPrompt="1"/>
          </p:nvPr>
        </p:nvSpPr>
        <p:spPr>
          <a:xfrm>
            <a:off x="6433833" y="869659"/>
            <a:ext cx="48072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 b="0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4" name="Google Shape;214;p26"/>
          <p:cNvSpPr txBox="1">
            <a:spLocks noGrp="1"/>
          </p:cNvSpPr>
          <p:nvPr>
            <p:ph type="subTitle" idx="1"/>
          </p:nvPr>
        </p:nvSpPr>
        <p:spPr>
          <a:xfrm>
            <a:off x="6433833" y="1690444"/>
            <a:ext cx="4807200" cy="5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title" idx="2" hasCustomPrompt="1"/>
          </p:nvPr>
        </p:nvSpPr>
        <p:spPr>
          <a:xfrm>
            <a:off x="6433833" y="2717413"/>
            <a:ext cx="48072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 b="0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6" name="Google Shape;216;p26"/>
          <p:cNvSpPr txBox="1">
            <a:spLocks noGrp="1"/>
          </p:cNvSpPr>
          <p:nvPr>
            <p:ph type="subTitle" idx="3"/>
          </p:nvPr>
        </p:nvSpPr>
        <p:spPr>
          <a:xfrm>
            <a:off x="6433833" y="3555193"/>
            <a:ext cx="4807200" cy="5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title" idx="4" hasCustomPrompt="1"/>
          </p:nvPr>
        </p:nvSpPr>
        <p:spPr>
          <a:xfrm>
            <a:off x="6433833" y="4565168"/>
            <a:ext cx="48072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 b="0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26"/>
          <p:cNvSpPr txBox="1">
            <a:spLocks noGrp="1"/>
          </p:cNvSpPr>
          <p:nvPr>
            <p:ph type="subTitle" idx="5"/>
          </p:nvPr>
        </p:nvSpPr>
        <p:spPr>
          <a:xfrm>
            <a:off x="6433833" y="5419941"/>
            <a:ext cx="4807200" cy="5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subTitle" idx="6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038363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/>
          <p:cNvPicPr preferRelativeResize="0"/>
          <p:nvPr/>
        </p:nvPicPr>
        <p:blipFill rotWithShape="1">
          <a:blip r:embed="rId2">
            <a:alphaModFix/>
          </a:blip>
          <a:srcRect l="-5649" t="17490" r="25283" b="38740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l="11220" t="2719" r="29727" b="35183"/>
          <a:stretch/>
        </p:blipFill>
        <p:spPr>
          <a:xfrm flipH="1">
            <a:off x="2491933" y="2599434"/>
            <a:ext cx="1637335" cy="4258564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223" name="Google Shape;223;p27"/>
          <p:cNvPicPr preferRelativeResize="0"/>
          <p:nvPr/>
        </p:nvPicPr>
        <p:blipFill rotWithShape="1">
          <a:blip r:embed="rId4">
            <a:alphaModFix/>
          </a:blip>
          <a:srcRect t="15279" b="12340"/>
          <a:stretch/>
        </p:blipFill>
        <p:spPr>
          <a:xfrm flipH="1">
            <a:off x="-5822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224" name="Google Shape;224;p27"/>
          <p:cNvSpPr txBox="1">
            <a:spLocks noGrp="1"/>
          </p:cNvSpPr>
          <p:nvPr>
            <p:ph type="title" hasCustomPrompt="1"/>
          </p:nvPr>
        </p:nvSpPr>
        <p:spPr>
          <a:xfrm>
            <a:off x="5936067" y="4550861"/>
            <a:ext cx="1409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7"/>
          <p:cNvSpPr txBox="1">
            <a:spLocks noGrp="1"/>
          </p:cNvSpPr>
          <p:nvPr>
            <p:ph type="subTitle" idx="1"/>
          </p:nvPr>
        </p:nvSpPr>
        <p:spPr>
          <a:xfrm>
            <a:off x="7358400" y="1271167"/>
            <a:ext cx="38828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2"/>
          </p:nvPr>
        </p:nvSpPr>
        <p:spPr>
          <a:xfrm>
            <a:off x="7358400" y="898272"/>
            <a:ext cx="38828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title" idx="3" hasCustomPrompt="1"/>
          </p:nvPr>
        </p:nvSpPr>
        <p:spPr>
          <a:xfrm>
            <a:off x="5936067" y="898272"/>
            <a:ext cx="1409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8" name="Google Shape;228;p27"/>
          <p:cNvSpPr txBox="1">
            <a:spLocks noGrp="1"/>
          </p:cNvSpPr>
          <p:nvPr>
            <p:ph type="subTitle" idx="4"/>
          </p:nvPr>
        </p:nvSpPr>
        <p:spPr>
          <a:xfrm>
            <a:off x="7358400" y="3097467"/>
            <a:ext cx="38828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7"/>
          <p:cNvSpPr txBox="1">
            <a:spLocks noGrp="1"/>
          </p:cNvSpPr>
          <p:nvPr>
            <p:ph type="subTitle" idx="5"/>
          </p:nvPr>
        </p:nvSpPr>
        <p:spPr>
          <a:xfrm>
            <a:off x="7358400" y="2724567"/>
            <a:ext cx="38828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title" idx="6" hasCustomPrompt="1"/>
          </p:nvPr>
        </p:nvSpPr>
        <p:spPr>
          <a:xfrm>
            <a:off x="5936067" y="2724567"/>
            <a:ext cx="1409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1" name="Google Shape;231;p27"/>
          <p:cNvSpPr txBox="1">
            <a:spLocks noGrp="1"/>
          </p:cNvSpPr>
          <p:nvPr>
            <p:ph type="subTitle" idx="7"/>
          </p:nvPr>
        </p:nvSpPr>
        <p:spPr>
          <a:xfrm>
            <a:off x="7358400" y="4923767"/>
            <a:ext cx="38828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subTitle" idx="8"/>
          </p:nvPr>
        </p:nvSpPr>
        <p:spPr>
          <a:xfrm>
            <a:off x="7358400" y="4550861"/>
            <a:ext cx="38828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333">
                <a:latin typeface="Antonio SemiBold"/>
                <a:ea typeface="Antonio SemiBold"/>
                <a:cs typeface="Antonio SemiBold"/>
                <a:sym typeface="Antoni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title" idx="9"/>
          </p:nvPr>
        </p:nvSpPr>
        <p:spPr>
          <a:xfrm>
            <a:off x="960000" y="719333"/>
            <a:ext cx="4701200" cy="22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3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0480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950967" y="653885"/>
            <a:ext cx="5430000" cy="16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11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subTitle" idx="1"/>
          </p:nvPr>
        </p:nvSpPr>
        <p:spPr>
          <a:xfrm>
            <a:off x="950967" y="2454600"/>
            <a:ext cx="5430000" cy="1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8" name="Google Shape;238;p28"/>
          <p:cNvPicPr preferRelativeResize="0"/>
          <p:nvPr/>
        </p:nvPicPr>
        <p:blipFill rotWithShape="1">
          <a:blip r:embed="rId2">
            <a:alphaModFix/>
          </a:blip>
          <a:srcRect t="15279" b="12340"/>
          <a:stretch/>
        </p:blipFill>
        <p:spPr>
          <a:xfrm flipH="1">
            <a:off x="-5822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239" name="Google Shape;239;p28"/>
          <p:cNvPicPr preferRelativeResize="0"/>
          <p:nvPr/>
        </p:nvPicPr>
        <p:blipFill rotWithShape="1">
          <a:blip r:embed="rId3">
            <a:alphaModFix/>
          </a:blip>
          <a:srcRect l="-2571" t="37405" r="22205" b="18825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 rotWithShape="1">
          <a:blip r:embed="rId4">
            <a:alphaModFix/>
          </a:blip>
          <a:srcRect l="11220" t="2719" r="29727" b="35183"/>
          <a:stretch/>
        </p:blipFill>
        <p:spPr>
          <a:xfrm flipH="1">
            <a:off x="4069333" y="2599434"/>
            <a:ext cx="1637335" cy="4258564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sp>
        <p:nvSpPr>
          <p:cNvPr id="241" name="Google Shape;241;p28"/>
          <p:cNvSpPr txBox="1">
            <a:spLocks noGrp="1"/>
          </p:cNvSpPr>
          <p:nvPr>
            <p:ph type="subTitle" idx="2"/>
          </p:nvPr>
        </p:nvSpPr>
        <p:spPr>
          <a:xfrm>
            <a:off x="951100" y="5618200"/>
            <a:ext cx="2854800" cy="5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tonio"/>
              <a:buNone/>
              <a:defRPr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2" name="Google Shape;242;p28"/>
          <p:cNvSpPr txBox="1"/>
          <p:nvPr/>
        </p:nvSpPr>
        <p:spPr>
          <a:xfrm>
            <a:off x="950967" y="4126067"/>
            <a:ext cx="47784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6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6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6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600" b="1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2058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9"/>
          <p:cNvPicPr preferRelativeResize="0"/>
          <p:nvPr/>
        </p:nvPicPr>
        <p:blipFill rotWithShape="1">
          <a:blip r:embed="rId2">
            <a:alphaModFix/>
          </a:blip>
          <a:srcRect t="15279" b="12340"/>
          <a:stretch/>
        </p:blipFill>
        <p:spPr>
          <a:xfrm flipH="1">
            <a:off x="-582267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245" name="Google Shape;245;p29"/>
          <p:cNvPicPr preferRelativeResize="0"/>
          <p:nvPr/>
        </p:nvPicPr>
        <p:blipFill rotWithShape="1">
          <a:blip r:embed="rId3">
            <a:alphaModFix/>
          </a:blip>
          <a:srcRect l="-2571" t="37405" r="22205" b="18825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 rotWithShape="1">
          <a:blip r:embed="rId4">
            <a:alphaModFix/>
          </a:blip>
          <a:srcRect l="11220" t="2719" r="29727" b="35183"/>
          <a:stretch/>
        </p:blipFill>
        <p:spPr>
          <a:xfrm flipH="1">
            <a:off x="9603699" y="2599434"/>
            <a:ext cx="1637335" cy="4258564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</p:spTree>
    <p:extLst>
      <p:ext uri="{BB962C8B-B14F-4D97-AF65-F5344CB8AC3E}">
        <p14:creationId xmlns:p14="http://schemas.microsoft.com/office/powerpoint/2010/main" val="20172286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0"/>
          <p:cNvPicPr preferRelativeResize="0"/>
          <p:nvPr/>
        </p:nvPicPr>
        <p:blipFill rotWithShape="1">
          <a:blip r:embed="rId2">
            <a:alphaModFix/>
          </a:blip>
          <a:srcRect l="1896" t="-2634" r="17736" b="58865"/>
          <a:stretch/>
        </p:blipFill>
        <p:spPr>
          <a:xfrm flipH="1"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 rotWithShape="1">
          <a:blip r:embed="rId3">
            <a:alphaModFix/>
          </a:blip>
          <a:srcRect t="15279" b="12340"/>
          <a:stretch/>
        </p:blipFill>
        <p:spPr>
          <a:xfrm flipH="1">
            <a:off x="5257900" y="1"/>
            <a:ext cx="2769333" cy="4963601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  <p:pic>
        <p:nvPicPr>
          <p:cNvPr id="250" name="Google Shape;250;p30"/>
          <p:cNvPicPr preferRelativeResize="0"/>
          <p:nvPr/>
        </p:nvPicPr>
        <p:blipFill rotWithShape="1">
          <a:blip r:embed="rId4">
            <a:alphaModFix/>
          </a:blip>
          <a:srcRect l="11220" t="2719" r="29727" b="35183"/>
          <a:stretch/>
        </p:blipFill>
        <p:spPr>
          <a:xfrm flipH="1">
            <a:off x="9603699" y="2599434"/>
            <a:ext cx="1637335" cy="4258564"/>
          </a:xfrm>
          <a:prstGeom prst="rect">
            <a:avLst/>
          </a:prstGeom>
          <a:noFill/>
          <a:ln>
            <a:noFill/>
          </a:ln>
          <a:effectLst>
            <a:outerShdw blurRad="114300" dist="9525" algn="bl" rotWithShape="0">
              <a:schemeClr val="lt1"/>
            </a:outerShdw>
          </a:effectLst>
        </p:spPr>
      </p:pic>
    </p:spTree>
    <p:extLst>
      <p:ext uri="{BB962C8B-B14F-4D97-AF65-F5344CB8AC3E}">
        <p14:creationId xmlns:p14="http://schemas.microsoft.com/office/powerpoint/2010/main" val="21589964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2AA9D-82E3-1F6B-DC7F-A7095B672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1DD13-A505-A3FE-BB74-C0B58DFDC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A17B6-7CC1-2B8C-CEF0-D146ACA6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411B-08AA-4E72-BC05-8FF57584AC91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E420B-8AC6-B04D-2D93-63592A58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A0799-4D15-8E70-7AFC-48FC5892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891C-992C-493F-8B7E-515477308F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2960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18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489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3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ntonio"/>
              <a:buNone/>
              <a:defRPr sz="4500" b="1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52148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1" r:id="rId3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81810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68C5527-E2EC-B597-C2DC-6089678D9EC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488" y="5047006"/>
            <a:ext cx="6844239" cy="1607794"/>
          </a:xfrm>
        </p:spPr>
        <p:txBody>
          <a:bodyPr/>
          <a:lstStyle/>
          <a:p>
            <a:r>
              <a:rPr lang="en-US" dirty="0" err="1">
                <a:latin typeface="Aptos Black" panose="020B0004020202020204" pitchFamily="34" charset="0"/>
              </a:rPr>
              <a:t>Nume</a:t>
            </a:r>
            <a:r>
              <a:rPr lang="en-US" dirty="0">
                <a:latin typeface="Aptos Black" panose="020B0004020202020204" pitchFamily="34" charset="0"/>
              </a:rPr>
              <a:t>: Rădulescu Alexandru Marius  </a:t>
            </a:r>
          </a:p>
          <a:p>
            <a:r>
              <a:rPr lang="en-US" dirty="0" err="1">
                <a:latin typeface="Aptos Black" panose="020B0004020202020204" pitchFamily="34" charset="0"/>
              </a:rPr>
              <a:t>Școală</a:t>
            </a:r>
            <a:r>
              <a:rPr lang="en-US" dirty="0">
                <a:latin typeface="Aptos Black" panose="020B0004020202020204" pitchFamily="34" charset="0"/>
              </a:rPr>
              <a:t>: </a:t>
            </a:r>
            <a:r>
              <a:rPr lang="en-US" dirty="0" err="1">
                <a:latin typeface="Aptos Black" panose="020B0004020202020204" pitchFamily="34" charset="0"/>
              </a:rPr>
              <a:t>Colegiul</a:t>
            </a:r>
            <a:r>
              <a:rPr lang="en-US" dirty="0">
                <a:latin typeface="Aptos Black" panose="020B0004020202020204" pitchFamily="34" charset="0"/>
              </a:rPr>
              <a:t> </a:t>
            </a:r>
            <a:r>
              <a:rPr lang="en-US" dirty="0" err="1">
                <a:latin typeface="Aptos Black" panose="020B0004020202020204" pitchFamily="34" charset="0"/>
              </a:rPr>
              <a:t>Național</a:t>
            </a:r>
            <a:r>
              <a:rPr lang="en-US" dirty="0">
                <a:latin typeface="Aptos Black" panose="020B0004020202020204" pitchFamily="34" charset="0"/>
              </a:rPr>
              <a:t> „</a:t>
            </a:r>
            <a:r>
              <a:rPr lang="en-US" dirty="0" err="1">
                <a:latin typeface="Aptos Black" panose="020B0004020202020204" pitchFamily="34" charset="0"/>
              </a:rPr>
              <a:t>Preparandia</a:t>
            </a:r>
            <a:r>
              <a:rPr lang="en-US" dirty="0">
                <a:latin typeface="Aptos Black" panose="020B0004020202020204" pitchFamily="34" charset="0"/>
              </a:rPr>
              <a:t> – Dimitrie </a:t>
            </a:r>
            <a:r>
              <a:rPr lang="en-US" dirty="0" err="1">
                <a:latin typeface="Aptos Black" panose="020B0004020202020204" pitchFamily="34" charset="0"/>
              </a:rPr>
              <a:t>Țichindeal</a:t>
            </a:r>
            <a:r>
              <a:rPr lang="en-US" dirty="0">
                <a:latin typeface="Aptos Black" panose="020B0004020202020204" pitchFamily="34" charset="0"/>
              </a:rPr>
              <a:t>”  </a:t>
            </a:r>
          </a:p>
          <a:p>
            <a:r>
              <a:rPr lang="en-US" dirty="0" err="1">
                <a:latin typeface="Aptos Black" panose="020B0004020202020204" pitchFamily="34" charset="0"/>
              </a:rPr>
              <a:t>Clasa</a:t>
            </a:r>
            <a:r>
              <a:rPr lang="en-US" dirty="0">
                <a:latin typeface="Aptos Black" panose="020B0004020202020204" pitchFamily="34" charset="0"/>
              </a:rPr>
              <a:t>: A XII-a  </a:t>
            </a:r>
          </a:p>
          <a:p>
            <a:r>
              <a:rPr lang="en-US" dirty="0" err="1">
                <a:latin typeface="Aptos Black" panose="020B0004020202020204" pitchFamily="34" charset="0"/>
              </a:rPr>
              <a:t>Secțiune</a:t>
            </a:r>
            <a:r>
              <a:rPr lang="en-US" dirty="0">
                <a:latin typeface="Aptos Black" panose="020B0004020202020204" pitchFamily="34" charset="0"/>
              </a:rPr>
              <a:t>: Web</a:t>
            </a:r>
          </a:p>
        </p:txBody>
      </p:sp>
      <p:pic>
        <p:nvPicPr>
          <p:cNvPr id="5" name="Picture 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7B1D419C-FC2F-F72A-8F5A-4A942636F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024" y="585916"/>
            <a:ext cx="7941952" cy="410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0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D21261-31E4-F3B9-B3F6-960EFC11FA63}"/>
              </a:ext>
            </a:extLst>
          </p:cNvPr>
          <p:cNvSpPr/>
          <p:nvPr/>
        </p:nvSpPr>
        <p:spPr>
          <a:xfrm>
            <a:off x="2394625" y="1509552"/>
            <a:ext cx="7597787" cy="4269644"/>
          </a:xfrm>
          <a:prstGeom prst="roundRect">
            <a:avLst>
              <a:gd name="adj" fmla="val 12226"/>
            </a:avLst>
          </a:prstGeom>
          <a:gradFill>
            <a:gsLst>
              <a:gs pos="100000">
                <a:schemeClr val="accent1">
                  <a:lumMod val="5000"/>
                  <a:lumOff val="95000"/>
                  <a:alpha val="33000"/>
                </a:schemeClr>
              </a:gs>
              <a:gs pos="0">
                <a:srgbClr val="7030A0"/>
              </a:gs>
              <a:gs pos="47000">
                <a:schemeClr val="tx2">
                  <a:lumMod val="40000"/>
                  <a:lumOff val="60000"/>
                  <a:alpha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BD9CD-34A5-464A-55B0-FB31020C7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1208" y="1596698"/>
            <a:ext cx="7681204" cy="3429274"/>
          </a:xfrm>
        </p:spPr>
        <p:txBody>
          <a:bodyPr/>
          <a:lstStyle/>
          <a:p>
            <a:pPr>
              <a:buSzPct val="80000"/>
            </a:pPr>
            <a:r>
              <a:rPr lang="en-GB" sz="2800" dirty="0" err="1">
                <a:latin typeface="Aptos Black" panose="020B0004020202020204" pitchFamily="34" charset="0"/>
              </a:rPr>
              <a:t>Aplicație</a:t>
            </a:r>
            <a:r>
              <a:rPr lang="en-GB" sz="2800" dirty="0">
                <a:latin typeface="Aptos Black" panose="020B0004020202020204" pitchFamily="34" charset="0"/>
              </a:rPr>
              <a:t> web </a:t>
            </a:r>
            <a:r>
              <a:rPr lang="en-GB" sz="2800" dirty="0" err="1">
                <a:latin typeface="Aptos Black" panose="020B0004020202020204" pitchFamily="34" charset="0"/>
              </a:rPr>
              <a:t>pentru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monitorizarea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progresului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în</a:t>
            </a:r>
            <a:r>
              <a:rPr lang="en-GB" sz="2800" dirty="0">
                <a:latin typeface="Aptos Black" panose="020B0004020202020204" pitchFamily="34" charset="0"/>
              </a:rPr>
              <a:t> fitness</a:t>
            </a:r>
          </a:p>
          <a:p>
            <a:pPr>
              <a:buSzPct val="80000"/>
            </a:pPr>
            <a:endParaRPr lang="en-GB" sz="2800" dirty="0">
              <a:latin typeface="Aptos Black" panose="020B0004020202020204" pitchFamily="34" charset="0"/>
            </a:endParaRPr>
          </a:p>
          <a:p>
            <a:pPr>
              <a:buSzPct val="80000"/>
            </a:pPr>
            <a:r>
              <a:rPr lang="en-GB" sz="2800" dirty="0" err="1">
                <a:latin typeface="Aptos Black" panose="020B0004020202020204" pitchFamily="34" charset="0"/>
              </a:rPr>
              <a:t>Interfață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prietenoasă</a:t>
            </a:r>
            <a:r>
              <a:rPr lang="ro-RO" sz="2800" dirty="0">
                <a:latin typeface="Aptos Black" panose="020B0004020202020204" pitchFamily="34" charset="0"/>
              </a:rPr>
              <a:t>, modernă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și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ușor</a:t>
            </a:r>
            <a:r>
              <a:rPr lang="en-GB" sz="2800" dirty="0">
                <a:latin typeface="Aptos Black" panose="020B0004020202020204" pitchFamily="34" charset="0"/>
              </a:rPr>
              <a:t> de </a:t>
            </a:r>
            <a:r>
              <a:rPr lang="en-GB" sz="2800" dirty="0" err="1">
                <a:latin typeface="Aptos Black" panose="020B0004020202020204" pitchFamily="34" charset="0"/>
              </a:rPr>
              <a:t>folosit</a:t>
            </a:r>
            <a:r>
              <a:rPr lang="ro-RO" sz="2800" dirty="0">
                <a:latin typeface="Aptos Black" panose="020B0004020202020204" pitchFamily="34" charset="0"/>
              </a:rPr>
              <a:t> atât pentru </a:t>
            </a:r>
            <a:r>
              <a:rPr lang="ro-RO" sz="2800" dirty="0" err="1">
                <a:latin typeface="Aptos Black" panose="020B0004020202020204" pitchFamily="34" charset="0"/>
              </a:rPr>
              <a:t>dektop</a:t>
            </a:r>
            <a:r>
              <a:rPr lang="ro-RO" sz="2800" dirty="0">
                <a:latin typeface="Aptos Black" panose="020B0004020202020204" pitchFamily="34" charset="0"/>
              </a:rPr>
              <a:t> cât și mobil</a:t>
            </a:r>
            <a:endParaRPr lang="en-GB" sz="2800" dirty="0">
              <a:latin typeface="Aptos Black" panose="020B0004020202020204" pitchFamily="34" charset="0"/>
            </a:endParaRPr>
          </a:p>
          <a:p>
            <a:pPr>
              <a:buSzPct val="80000"/>
            </a:pPr>
            <a:endParaRPr lang="en-GB" sz="2800" dirty="0">
              <a:latin typeface="Aptos Black" panose="020B0004020202020204" pitchFamily="34" charset="0"/>
            </a:endParaRPr>
          </a:p>
          <a:p>
            <a:pPr>
              <a:buSzPct val="80000"/>
            </a:pPr>
            <a:r>
              <a:rPr lang="en-GB" sz="2800" dirty="0" err="1">
                <a:latin typeface="Aptos Black" panose="020B0004020202020204" pitchFamily="34" charset="0"/>
              </a:rPr>
              <a:t>Gândită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ro-RO" sz="2800" dirty="0">
                <a:latin typeface="Aptos Black" panose="020B0004020202020204" pitchFamily="34" charset="0"/>
              </a:rPr>
              <a:t>atât pentru începători, cât și </a:t>
            </a:r>
            <a:r>
              <a:rPr lang="en-GB" sz="2800" dirty="0" err="1">
                <a:latin typeface="Aptos Black" panose="020B0004020202020204" pitchFamily="34" charset="0"/>
              </a:rPr>
              <a:t>pentru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pasionați</a:t>
            </a:r>
            <a:r>
              <a:rPr lang="ro-RO" sz="2800" dirty="0">
                <a:latin typeface="Aptos Black" panose="020B0004020202020204" pitchFamily="34" charset="0"/>
              </a:rPr>
              <a:t>i</a:t>
            </a:r>
            <a:r>
              <a:rPr lang="en-GB" sz="2800" dirty="0">
                <a:latin typeface="Aptos Black" panose="020B0004020202020204" pitchFamily="34" charset="0"/>
              </a:rPr>
              <a:t> de sport </a:t>
            </a:r>
            <a:r>
              <a:rPr lang="en-GB" sz="2800" dirty="0" err="1">
                <a:latin typeface="Aptos Black" panose="020B0004020202020204" pitchFamily="34" charset="0"/>
              </a:rPr>
              <a:t>și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stil</a:t>
            </a:r>
            <a:r>
              <a:rPr lang="en-GB" sz="2800" dirty="0">
                <a:latin typeface="Aptos Black" panose="020B0004020202020204" pitchFamily="34" charset="0"/>
              </a:rPr>
              <a:t> de </a:t>
            </a:r>
            <a:r>
              <a:rPr lang="en-GB" sz="2800" dirty="0" err="1">
                <a:latin typeface="Aptos Black" panose="020B0004020202020204" pitchFamily="34" charset="0"/>
              </a:rPr>
              <a:t>viață</a:t>
            </a:r>
            <a:r>
              <a:rPr lang="en-GB" sz="2800" dirty="0">
                <a:latin typeface="Aptos Black" panose="020B0004020202020204" pitchFamily="34" charset="0"/>
              </a:rPr>
              <a:t> </a:t>
            </a:r>
            <a:r>
              <a:rPr lang="en-GB" sz="2800" dirty="0" err="1">
                <a:latin typeface="Aptos Black" panose="020B0004020202020204" pitchFamily="34" charset="0"/>
              </a:rPr>
              <a:t>sănătos</a:t>
            </a:r>
            <a:endParaRPr lang="en-GB" sz="2800" dirty="0">
              <a:latin typeface="Aptos Black" panose="020B0004020202020204" pitchFamily="34" charset="0"/>
            </a:endParaRPr>
          </a:p>
          <a:p>
            <a:endParaRPr lang="en-GB" sz="2800" dirty="0">
              <a:latin typeface="Aptos Black" panose="020B0004020202020204" pitchFamily="34" charset="0"/>
            </a:endParaRPr>
          </a:p>
        </p:txBody>
      </p:sp>
      <p:pic>
        <p:nvPicPr>
          <p:cNvPr id="8" name="Picture 7" descr="Cartoon of a person lifting a weight&#10;&#10;AI-generated content may be incorrect.">
            <a:extLst>
              <a:ext uri="{FF2B5EF4-FFF2-40B4-BE49-F238E27FC236}">
                <a16:creationId xmlns:a16="http://schemas.microsoft.com/office/drawing/2014/main" id="{E4845D17-4068-98A5-C32F-ED6C56E65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746" y="2710871"/>
            <a:ext cx="4692568" cy="4700113"/>
          </a:xfrm>
          <a:prstGeom prst="rect">
            <a:avLst/>
          </a:prstGeom>
        </p:spPr>
      </p:pic>
      <p:pic>
        <p:nvPicPr>
          <p:cNvPr id="10" name="Picture 9" descr="A cartoon of a child lifting weights&#10;&#10;AI-generated content may be incorrect.">
            <a:extLst>
              <a:ext uri="{FF2B5EF4-FFF2-40B4-BE49-F238E27FC236}">
                <a16:creationId xmlns:a16="http://schemas.microsoft.com/office/drawing/2014/main" id="{D66CDB81-8273-54A3-2A6D-829700B2D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390" y="0"/>
            <a:ext cx="3786710" cy="3786710"/>
          </a:xfrm>
          <a:prstGeom prst="rect">
            <a:avLst/>
          </a:prstGeom>
        </p:spPr>
      </p:pic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4AB45C38-83DF-AD71-9592-20BA26A30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32" y="379442"/>
            <a:ext cx="2101653" cy="108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95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080A3-32E2-B083-8EAD-88B59B67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s screenshot of a computer&#10;&#10;AI-generated content may be incorrect.">
            <a:extLst>
              <a:ext uri="{FF2B5EF4-FFF2-40B4-BE49-F238E27FC236}">
                <a16:creationId xmlns:a16="http://schemas.microsoft.com/office/drawing/2014/main" id="{7D69EDCA-95F3-E25B-BE4B-6A3E2F49E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4" b="93222" l="9965" r="89957">
                        <a14:foregroundMark x1="21805" y1="9364" x2="25166" y2="9294"/>
                        <a14:foregroundMark x1="21805" y1="13277" x2="24111" y2="35919"/>
                        <a14:foregroundMark x1="24111" y1="35919" x2="24502" y2="36967"/>
                        <a14:foregroundMark x1="17546" y1="16212" x2="18757" y2="35570"/>
                        <a14:foregroundMark x1="69519" y1="26275" x2="75381" y2="51712"/>
                        <a14:foregroundMark x1="35365" y1="57792" x2="25909" y2="69951"/>
                        <a14:foregroundMark x1="23564" y1="65269" x2="25909" y2="83159"/>
                        <a14:foregroundMark x1="30012" y1="86303" x2="55256" y2="89168"/>
                        <a14:foregroundMark x1="41462" y1="89378" x2="46073" y2="89099"/>
                        <a14:foregroundMark x1="46073" y1="89099" x2="50762" y2="89588"/>
                        <a14:foregroundMark x1="38453" y1="83298" x2="44041" y2="80783"/>
                        <a14:foregroundMark x1="36889" y1="69951" x2="39351" y2="69672"/>
                        <a14:foregroundMark x1="36108" y1="93222" x2="62837" y2="91265"/>
                        <a14:foregroundMark x1="69637" y1="88330" x2="74756" y2="88120"/>
                        <a14:foregroundMark x1="74756" y1="88120" x2="81946" y2="88190"/>
                        <a14:foregroundMark x1="72958" y1="88749" x2="79367" y2="88819"/>
                        <a14:backgroundMark x1="20242" y1="55905" x2="24619" y2="55695"/>
                        <a14:backgroundMark x1="24619" y1="55695" x2="28800" y2="55765"/>
                        <a14:backgroundMark x1="28800" y1="55765" x2="33099" y2="55486"/>
                        <a14:backgroundMark x1="33099" y1="55486" x2="46034" y2="55905"/>
                        <a14:backgroundMark x1="46034" y1="55905" x2="51231" y2="55136"/>
                        <a14:backgroundMark x1="51231" y1="55136" x2="64517" y2="55695"/>
                        <a14:backgroundMark x1="64635" y1="56184" x2="64986" y2="88470"/>
                        <a14:backgroundMark x1="64986" y1="88470" x2="66510" y2="935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0565" y="391333"/>
            <a:ext cx="10864273" cy="607533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63A5EA-438A-C151-FD03-ABFC26898F3D}"/>
              </a:ext>
            </a:extLst>
          </p:cNvPr>
          <p:cNvSpPr/>
          <p:nvPr/>
        </p:nvSpPr>
        <p:spPr>
          <a:xfrm>
            <a:off x="8164286" y="641023"/>
            <a:ext cx="3673364" cy="5393290"/>
          </a:xfrm>
          <a:prstGeom prst="roundRect">
            <a:avLst>
              <a:gd name="adj" fmla="val 7101"/>
            </a:avLst>
          </a:prstGeom>
          <a:gradFill>
            <a:gsLst>
              <a:gs pos="100000">
                <a:schemeClr val="accent1">
                  <a:lumMod val="5000"/>
                  <a:lumOff val="95000"/>
                  <a:alpha val="33000"/>
                </a:schemeClr>
              </a:gs>
              <a:gs pos="0">
                <a:schemeClr val="bg2">
                  <a:lumMod val="60000"/>
                  <a:lumOff val="40000"/>
                </a:schemeClr>
              </a:gs>
              <a:gs pos="47000">
                <a:schemeClr val="tx2">
                  <a:lumMod val="40000"/>
                  <a:lumOff val="60000"/>
                  <a:alpha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78E344-AFC9-5851-AD72-7FD696E1B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86520" y="798511"/>
            <a:ext cx="367336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r>
              <a:rPr lang="en-US" altLang="en-US" sz="1800" dirty="0" err="1">
                <a:latin typeface="Aptos Black" panose="020B0004020202020204" pitchFamily="34" charset="0"/>
              </a:rPr>
              <a:t>Oferă</a:t>
            </a:r>
            <a:r>
              <a:rPr lang="en-US" altLang="en-US" sz="1800" dirty="0">
                <a:latin typeface="Aptos Black" panose="020B0004020202020204" pitchFamily="34" charset="0"/>
              </a:rPr>
              <a:t> un instrument </a:t>
            </a:r>
            <a:r>
              <a:rPr lang="en-US" altLang="en-US" sz="1800" dirty="0" err="1">
                <a:latin typeface="Aptos Black" panose="020B0004020202020204" pitchFamily="34" charset="0"/>
              </a:rPr>
              <a:t>complet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pentru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urmărirea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progresului</a:t>
            </a:r>
            <a:endParaRPr lang="en-US" altLang="en-US" sz="1800" dirty="0">
              <a:latin typeface="Aptos Black" panose="020B0004020202020204" pitchFamily="34" charset="0"/>
            </a:endParaRPr>
          </a:p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endParaRPr lang="en-US" altLang="en-US" sz="1800" dirty="0">
              <a:latin typeface="Aptos Black" panose="020B0004020202020204" pitchFamily="34" charset="0"/>
            </a:endParaRPr>
          </a:p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r>
              <a:rPr lang="en-US" altLang="en-US" sz="1800" dirty="0" err="1">
                <a:latin typeface="Aptos Black" panose="020B0004020202020204" pitchFamily="34" charset="0"/>
              </a:rPr>
              <a:t>Planificator</a:t>
            </a:r>
            <a:r>
              <a:rPr lang="en-US" altLang="en-US" sz="1800" dirty="0">
                <a:latin typeface="Aptos Black" panose="020B0004020202020204" pitchFamily="34" charset="0"/>
              </a:rPr>
              <a:t> de </a:t>
            </a:r>
            <a:r>
              <a:rPr lang="en-US" altLang="en-US" sz="1800" dirty="0" err="1">
                <a:latin typeface="Aptos Black" panose="020B0004020202020204" pitchFamily="34" charset="0"/>
              </a:rPr>
              <a:t>antrenamente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personaliza</a:t>
            </a:r>
            <a:r>
              <a:rPr lang="ro-RO" altLang="en-US" sz="1800" dirty="0">
                <a:latin typeface="Aptos Black" panose="020B0004020202020204" pitchFamily="34" charset="0"/>
              </a:rPr>
              <a:t>te</a:t>
            </a:r>
            <a:endParaRPr lang="en-US" altLang="en-US" sz="1800" dirty="0">
              <a:latin typeface="Aptos Black" panose="020B0004020202020204" pitchFamily="34" charset="0"/>
            </a:endParaRPr>
          </a:p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endParaRPr lang="en-US" altLang="en-US" sz="1800" dirty="0">
              <a:latin typeface="Aptos Black" panose="020B0004020202020204" pitchFamily="34" charset="0"/>
            </a:endParaRPr>
          </a:p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r>
              <a:rPr lang="en-US" altLang="en-US" sz="1800" dirty="0" err="1">
                <a:latin typeface="Aptos Black" panose="020B0004020202020204" pitchFamily="34" charset="0"/>
              </a:rPr>
              <a:t>Monitorizarea</a:t>
            </a:r>
            <a:r>
              <a:rPr lang="ro-RO" altLang="en-US" sz="1800" dirty="0">
                <a:latin typeface="Aptos Black" panose="020B0004020202020204" pitchFamily="34" charset="0"/>
              </a:rPr>
              <a:t> completă a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alimentației</a:t>
            </a:r>
            <a:r>
              <a:rPr lang="ro-RO" altLang="en-US" sz="1800" dirty="0">
                <a:latin typeface="Aptos Black" panose="020B0004020202020204" pitchFamily="34" charset="0"/>
              </a:rPr>
              <a:t>, </a:t>
            </a:r>
            <a:r>
              <a:rPr lang="en-US" altLang="en-US" sz="1800" dirty="0">
                <a:latin typeface="Aptos Black" panose="020B0004020202020204" pitchFamily="34" charset="0"/>
              </a:rPr>
              <a:t>a </a:t>
            </a:r>
            <a:r>
              <a:rPr lang="en-US" altLang="en-US" sz="1800" dirty="0" err="1">
                <a:latin typeface="Aptos Black" panose="020B0004020202020204" pitchFamily="34" charset="0"/>
              </a:rPr>
              <a:t>greutății</a:t>
            </a:r>
            <a:r>
              <a:rPr lang="ro-RO" altLang="en-US" sz="1800" dirty="0">
                <a:latin typeface="Aptos Black" panose="020B0004020202020204" pitchFamily="34" charset="0"/>
              </a:rPr>
              <a:t> și a exercițiilor</a:t>
            </a:r>
            <a:endParaRPr lang="en-US" altLang="en-US" sz="1800" dirty="0">
              <a:latin typeface="Aptos Black" panose="020B0004020202020204" pitchFamily="34" charset="0"/>
            </a:endParaRPr>
          </a:p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endParaRPr lang="en-US" altLang="en-US" sz="1800" dirty="0">
              <a:latin typeface="Aptos Black" panose="020B0004020202020204" pitchFamily="34" charset="0"/>
            </a:endParaRPr>
          </a:p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r>
              <a:rPr lang="ro-RO" altLang="en-US" sz="1800" dirty="0">
                <a:latin typeface="Aptos Black" panose="020B0004020202020204" pitchFamily="34" charset="0"/>
              </a:rPr>
              <a:t>Interacțiuni și c</a:t>
            </a:r>
            <a:r>
              <a:rPr lang="en-US" altLang="en-US" sz="1800" dirty="0">
                <a:latin typeface="Aptos Black" panose="020B0004020202020204" pitchFamily="34" charset="0"/>
              </a:rPr>
              <a:t>hat </a:t>
            </a:r>
            <a:r>
              <a:rPr lang="en-US" altLang="en-US" sz="1800" dirty="0" err="1">
                <a:latin typeface="Aptos Black" panose="020B0004020202020204" pitchFamily="34" charset="0"/>
              </a:rPr>
              <a:t>în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timp</a:t>
            </a:r>
            <a:r>
              <a:rPr lang="en-US" altLang="en-US" sz="1800" dirty="0">
                <a:latin typeface="Aptos Black" panose="020B0004020202020204" pitchFamily="34" charset="0"/>
              </a:rPr>
              <a:t> real </a:t>
            </a:r>
            <a:r>
              <a:rPr lang="en-US" altLang="en-US" sz="1800" dirty="0" err="1">
                <a:latin typeface="Aptos Black" panose="020B0004020202020204" pitchFamily="34" charset="0"/>
              </a:rPr>
              <a:t>între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utilizatori</a:t>
            </a:r>
            <a:endParaRPr lang="en-US" altLang="en-US" sz="1800" dirty="0">
              <a:latin typeface="Aptos Black" panose="020B0004020202020204" pitchFamily="34" charset="0"/>
            </a:endParaRPr>
          </a:p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endParaRPr lang="en-US" altLang="en-US" sz="1800" dirty="0">
              <a:latin typeface="Aptos Black" panose="020B0004020202020204" pitchFamily="34" charset="0"/>
            </a:endParaRPr>
          </a:p>
          <a:p>
            <a:pPr lvl="0" defTabSz="914400" fontAlgn="base" latinLnBrk="0">
              <a:buSzPct val="120000"/>
              <a:buBlip>
                <a:blip r:embed="rId4"/>
              </a:buBlip>
              <a:tabLst/>
            </a:pPr>
            <a:r>
              <a:rPr lang="en-US" altLang="en-US" sz="1800" dirty="0" err="1">
                <a:latin typeface="Aptos Black" panose="020B0004020202020204" pitchFamily="34" charset="0"/>
              </a:rPr>
              <a:t>Statistici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clare</a:t>
            </a:r>
            <a:r>
              <a:rPr lang="ro-RO" altLang="en-US" sz="1800" dirty="0">
                <a:latin typeface="Aptos Black" panose="020B0004020202020204" pitchFamily="34" charset="0"/>
              </a:rPr>
              <a:t> asupra sănătății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și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motivație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prin</a:t>
            </a:r>
            <a:r>
              <a:rPr lang="en-US" altLang="en-US" sz="1800" dirty="0">
                <a:latin typeface="Aptos Black" panose="020B0004020202020204" pitchFamily="34" charset="0"/>
              </a:rPr>
              <a:t> </a:t>
            </a:r>
            <a:r>
              <a:rPr lang="en-US" altLang="en-US" sz="1800" dirty="0" err="1">
                <a:latin typeface="Aptos Black" panose="020B0004020202020204" pitchFamily="34" charset="0"/>
              </a:rPr>
              <a:t>interacțiune</a:t>
            </a:r>
            <a:endParaRPr lang="en-US" altLang="en-US" sz="1800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395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2D59BFA-6538-B978-DEE6-42B2A2A8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003" y="458566"/>
            <a:ext cx="5888970" cy="3096429"/>
          </a:xfrm>
          <a:prstGeom prst="roundRect">
            <a:avLst>
              <a:gd name="adj" fmla="val 5007"/>
            </a:avLst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C982BF-8967-8A19-D7D9-4DE5E2FC4655}"/>
              </a:ext>
            </a:extLst>
          </p:cNvPr>
          <p:cNvSpPr/>
          <p:nvPr/>
        </p:nvSpPr>
        <p:spPr>
          <a:xfrm>
            <a:off x="420462" y="762285"/>
            <a:ext cx="4057195" cy="5333429"/>
          </a:xfrm>
          <a:prstGeom prst="roundRect">
            <a:avLst>
              <a:gd name="adj" fmla="val 6997"/>
            </a:avLst>
          </a:prstGeom>
          <a:gradFill>
            <a:gsLst>
              <a:gs pos="100000">
                <a:schemeClr val="accent1">
                  <a:lumMod val="5000"/>
                  <a:lumOff val="95000"/>
                  <a:alpha val="33000"/>
                </a:schemeClr>
              </a:gs>
              <a:gs pos="0">
                <a:srgbClr val="7030A0"/>
              </a:gs>
              <a:gs pos="47000">
                <a:schemeClr val="tx2">
                  <a:lumMod val="40000"/>
                  <a:lumOff val="60000"/>
                  <a:alpha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0D7A18-8716-7265-61F1-2C50ED1308D3}"/>
              </a:ext>
            </a:extLst>
          </p:cNvPr>
          <p:cNvSpPr txBox="1"/>
          <p:nvPr/>
        </p:nvSpPr>
        <p:spPr>
          <a:xfrm>
            <a:off x="420463" y="1074510"/>
            <a:ext cx="38975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indent="-406390" fontAlgn="base">
              <a:buClr>
                <a:schemeClr val="lt1"/>
              </a:buClr>
              <a:buSzPct val="120000"/>
              <a:buBlip>
                <a:blip r:embed="rId3"/>
              </a:buBlip>
            </a:pP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Pasiune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pentru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fitness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și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programare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combinată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într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-un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singur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proiect</a:t>
            </a:r>
            <a:endParaRPr lang="en-GB" sz="1800" dirty="0">
              <a:solidFill>
                <a:schemeClr val="lt1"/>
              </a:solidFill>
              <a:latin typeface="Aptos Black" panose="020B0004020202020204" pitchFamily="34" charset="0"/>
              <a:ea typeface="Open Sans"/>
              <a:cs typeface="Open Sans"/>
              <a:sym typeface="Open Sans"/>
            </a:endParaRPr>
          </a:p>
          <a:p>
            <a:pPr marL="609585" indent="-406390" fontAlgn="base">
              <a:buClr>
                <a:schemeClr val="lt1"/>
              </a:buClr>
              <a:buSzPct val="120000"/>
              <a:buBlip>
                <a:blip r:embed="rId3"/>
              </a:buBlip>
            </a:pPr>
            <a:endParaRPr lang="en-GB" sz="1800" dirty="0">
              <a:solidFill>
                <a:schemeClr val="lt1"/>
              </a:solidFill>
              <a:latin typeface="Aptos Black" panose="020B0004020202020204" pitchFamily="34" charset="0"/>
              <a:ea typeface="Open Sans"/>
              <a:cs typeface="Open Sans"/>
              <a:sym typeface="Open Sans"/>
            </a:endParaRPr>
          </a:p>
          <a:p>
            <a:pPr marL="609585" indent="-406390" fontAlgn="base">
              <a:buClr>
                <a:schemeClr val="lt1"/>
              </a:buClr>
              <a:buSzPct val="120000"/>
              <a:buBlip>
                <a:blip r:embed="rId3"/>
              </a:buBlip>
            </a:pP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Dorința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de a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construi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o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aplicație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practică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și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utilă</a:t>
            </a:r>
            <a:endParaRPr lang="en-GB" sz="1800" dirty="0">
              <a:solidFill>
                <a:schemeClr val="lt1"/>
              </a:solidFill>
              <a:latin typeface="Aptos Black" panose="020B0004020202020204" pitchFamily="34" charset="0"/>
              <a:ea typeface="Open Sans"/>
              <a:cs typeface="Open Sans"/>
              <a:sym typeface="Open Sans"/>
            </a:endParaRPr>
          </a:p>
          <a:p>
            <a:pPr marL="203195" fontAlgn="base">
              <a:buClr>
                <a:schemeClr val="lt1"/>
              </a:buClr>
              <a:buSzPct val="120000"/>
            </a:pPr>
            <a:endParaRPr lang="en-GB" sz="1800" dirty="0">
              <a:solidFill>
                <a:schemeClr val="lt1"/>
              </a:solidFill>
              <a:latin typeface="Aptos Black" panose="020B0004020202020204" pitchFamily="34" charset="0"/>
              <a:ea typeface="Open Sans"/>
              <a:cs typeface="Open Sans"/>
              <a:sym typeface="Open Sans"/>
            </a:endParaRPr>
          </a:p>
          <a:p>
            <a:pPr marL="609585" indent="-406390" fontAlgn="base">
              <a:buClr>
                <a:schemeClr val="lt1"/>
              </a:buClr>
              <a:buSzPct val="120000"/>
              <a:buBlip>
                <a:blip r:embed="rId3"/>
              </a:buBlip>
            </a:pP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Mereu am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vrut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să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aplic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cunoștințele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în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proiecte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reale</a:t>
            </a:r>
            <a:endParaRPr lang="en-GB" sz="1800" dirty="0">
              <a:solidFill>
                <a:schemeClr val="lt1"/>
              </a:solidFill>
              <a:latin typeface="Aptos Black" panose="020B0004020202020204" pitchFamily="34" charset="0"/>
              <a:ea typeface="Open Sans"/>
              <a:cs typeface="Open Sans"/>
              <a:sym typeface="Open Sans"/>
            </a:endParaRPr>
          </a:p>
          <a:p>
            <a:pPr marL="609585" indent="-406390" fontAlgn="base">
              <a:buClr>
                <a:schemeClr val="lt1"/>
              </a:buClr>
              <a:buSzPct val="120000"/>
              <a:buBlip>
                <a:blip r:embed="rId3"/>
              </a:buBlip>
            </a:pPr>
            <a:endParaRPr lang="en-GB" sz="1800" dirty="0">
              <a:solidFill>
                <a:schemeClr val="lt1"/>
              </a:solidFill>
              <a:latin typeface="Aptos Black" panose="020B0004020202020204" pitchFamily="34" charset="0"/>
              <a:ea typeface="Open Sans"/>
              <a:cs typeface="Open Sans"/>
              <a:sym typeface="Open Sans"/>
            </a:endParaRPr>
          </a:p>
          <a:p>
            <a:pPr marL="609585" indent="-406390" fontAlgn="base">
              <a:buClr>
                <a:schemeClr val="lt1"/>
              </a:buClr>
              <a:buSzPct val="120000"/>
              <a:buBlip>
                <a:blip r:embed="rId3"/>
              </a:buBlip>
            </a:pP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Proiectul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reflectă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evoluția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mea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ca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programator</a:t>
            </a:r>
            <a:endParaRPr lang="en-GB" sz="1800" dirty="0">
              <a:solidFill>
                <a:schemeClr val="lt1"/>
              </a:solidFill>
              <a:latin typeface="Aptos Black" panose="020B0004020202020204" pitchFamily="34" charset="0"/>
              <a:ea typeface="Open Sans"/>
              <a:cs typeface="Open Sans"/>
              <a:sym typeface="Open Sans"/>
            </a:endParaRPr>
          </a:p>
          <a:p>
            <a:pPr marL="609585" indent="-406390" fontAlgn="base">
              <a:buClr>
                <a:schemeClr val="lt1"/>
              </a:buClr>
              <a:buSzPct val="120000"/>
              <a:buBlip>
                <a:blip r:embed="rId3"/>
              </a:buBlip>
            </a:pPr>
            <a:endParaRPr lang="en-GB" sz="1800" dirty="0">
              <a:solidFill>
                <a:schemeClr val="lt1"/>
              </a:solidFill>
              <a:latin typeface="Aptos Black" panose="020B0004020202020204" pitchFamily="34" charset="0"/>
              <a:ea typeface="Open Sans"/>
              <a:cs typeface="Open Sans"/>
              <a:sym typeface="Open Sans"/>
            </a:endParaRPr>
          </a:p>
          <a:p>
            <a:pPr marL="609585" indent="-406390" fontAlgn="base">
              <a:buClr>
                <a:schemeClr val="lt1"/>
              </a:buClr>
              <a:buSzPct val="120000"/>
              <a:buBlip>
                <a:blip r:embed="rId3"/>
              </a:buBlip>
            </a:pP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Mi-a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deschis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calea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către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GB" sz="1800" dirty="0" err="1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cariera</a:t>
            </a:r>
            <a:r>
              <a:rPr lang="en-GB" sz="1800" dirty="0">
                <a:solidFill>
                  <a:schemeClr val="lt1"/>
                </a:solidFill>
                <a:latin typeface="Aptos Black" panose="020B0004020202020204" pitchFamily="34" charset="0"/>
                <a:ea typeface="Open Sans"/>
                <a:cs typeface="Open Sans"/>
                <a:sym typeface="Open Sans"/>
              </a:rPr>
              <a:t> de full stack developer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273516-2F60-6D01-1348-C94FC7531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44" y="3746245"/>
            <a:ext cx="4991087" cy="2624321"/>
          </a:xfrm>
          <a:prstGeom prst="roundRect">
            <a:avLst>
              <a:gd name="adj" fmla="val 4520"/>
            </a:avLst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840E06F-FDF4-0E3F-1BE8-A6A94F117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816" y="1660521"/>
            <a:ext cx="2217805" cy="4370166"/>
          </a:xfrm>
          <a:prstGeom prst="roundRect">
            <a:avLst>
              <a:gd name="adj" fmla="val 8486"/>
            </a:avLst>
          </a:prstGeom>
        </p:spPr>
      </p:pic>
    </p:spTree>
    <p:extLst>
      <p:ext uri="{BB962C8B-B14F-4D97-AF65-F5344CB8AC3E}">
        <p14:creationId xmlns:p14="http://schemas.microsoft.com/office/powerpoint/2010/main" val="2526539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CB9014-F955-5F93-1E03-ECD57F5109F9}"/>
              </a:ext>
            </a:extLst>
          </p:cNvPr>
          <p:cNvSpPr/>
          <p:nvPr/>
        </p:nvSpPr>
        <p:spPr>
          <a:xfrm>
            <a:off x="1875971" y="487104"/>
            <a:ext cx="8440057" cy="2495582"/>
          </a:xfrm>
          <a:prstGeom prst="roundRect">
            <a:avLst>
              <a:gd name="adj" fmla="val 12226"/>
            </a:avLst>
          </a:prstGeom>
          <a:gradFill>
            <a:gsLst>
              <a:gs pos="100000">
                <a:schemeClr val="accent1">
                  <a:lumMod val="5000"/>
                  <a:lumOff val="95000"/>
                  <a:alpha val="33000"/>
                </a:schemeClr>
              </a:gs>
              <a:gs pos="0">
                <a:srgbClr val="7030A0"/>
              </a:gs>
              <a:gs pos="47000">
                <a:schemeClr val="tx2">
                  <a:lumMod val="40000"/>
                  <a:lumOff val="60000"/>
                  <a:alpha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0BE217-1FF5-3A44-1CED-06CEFA74E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5024" y="668532"/>
            <a:ext cx="7941952" cy="2608800"/>
          </a:xfrm>
        </p:spPr>
        <p:txBody>
          <a:bodyPr/>
          <a:lstStyle/>
          <a:p>
            <a:pPr algn="ctr"/>
            <a:r>
              <a:rPr lang="en-US" sz="6000" dirty="0"/>
              <a:t>S</a:t>
            </a:r>
            <a:r>
              <a:rPr lang="ro-RO" sz="6000" dirty="0"/>
              <a:t>ă trecem la website-</a:t>
            </a:r>
            <a:r>
              <a:rPr lang="ro-RO" sz="6000" dirty="0" err="1"/>
              <a:t>ul</a:t>
            </a:r>
            <a:r>
              <a:rPr lang="ro-RO" sz="6000" dirty="0"/>
              <a:t> propriu zis!</a:t>
            </a:r>
            <a:endParaRPr lang="en-GB" sz="6000" dirty="0"/>
          </a:p>
        </p:txBody>
      </p:sp>
      <p:pic>
        <p:nvPicPr>
          <p:cNvPr id="8" name="Picture 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CCA2022-FEC6-C47B-1428-88589529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024" y="2502704"/>
            <a:ext cx="7941952" cy="410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1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rganizing Sports Events Workshop by Slidesgo">
  <a:themeElements>
    <a:clrScheme name="Simple Light">
      <a:dk1>
        <a:srgbClr val="191919"/>
      </a:dk1>
      <a:lt1>
        <a:srgbClr val="FFFFFF"/>
      </a:lt1>
      <a:dk2>
        <a:srgbClr val="3E12A3"/>
      </a:dk2>
      <a:lt2>
        <a:srgbClr val="8800DB"/>
      </a:lt2>
      <a:accent1>
        <a:srgbClr val="FF00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zing Sports Events Workshop by Slidesgo.pptx" id="{8D035A96-3795-4FC2-8916-CE1F2F04E37D}" vid="{4588415A-1226-4A29-80DB-08181164507F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zing Sports Events Workshop by Slidesgo.pptx" id="{8D035A96-3795-4FC2-8916-CE1F2F04E37D}" vid="{3ADCB5B7-E3E7-4030-AF48-2EF8E43C170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Organizing Sports Events Workshop by Slidesgo</Template>
  <TotalTime>105</TotalTime>
  <Words>149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8" baseType="lpstr">
      <vt:lpstr>Antonio</vt:lpstr>
      <vt:lpstr>Antonio SemiBold</vt:lpstr>
      <vt:lpstr>Aptos Black</vt:lpstr>
      <vt:lpstr>Arial</vt:lpstr>
      <vt:lpstr>Bebas Neue</vt:lpstr>
      <vt:lpstr>Nunito Light</vt:lpstr>
      <vt:lpstr>Open Sans</vt:lpstr>
      <vt:lpstr>Open Sans Light</vt:lpstr>
      <vt:lpstr>Proxima Nova</vt:lpstr>
      <vt:lpstr>Proxima Nova Semibold</vt:lpstr>
      <vt:lpstr>PT Sans</vt:lpstr>
      <vt:lpstr>Organizing Sports Events Workshop by Slidesgo</vt:lpstr>
      <vt:lpstr>Slidesgo Final Pages</vt:lpstr>
      <vt:lpstr>PowerPoint Presentation</vt:lpstr>
      <vt:lpstr>PowerPoint Presentation</vt:lpstr>
      <vt:lpstr>PowerPoint Presentation</vt:lpstr>
      <vt:lpstr>PowerPoint Presentation</vt:lpstr>
      <vt:lpstr>Să trecem la website-ul propriu zis!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Radulescu</dc:creator>
  <cp:lastModifiedBy>Alex Radulescu</cp:lastModifiedBy>
  <cp:revision>6</cp:revision>
  <dcterms:created xsi:type="dcterms:W3CDTF">2025-05-22T17:04:04Z</dcterms:created>
  <dcterms:modified xsi:type="dcterms:W3CDTF">2025-05-23T08:39:17Z</dcterms:modified>
</cp:coreProperties>
</file>